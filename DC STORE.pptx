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79"/>
  </p:normalViewPr>
  <p:slideViewPr>
    <p:cSldViewPr snapToGrid="0">
      <p:cViewPr varScale="1">
        <p:scale>
          <a:sx n="47" d="100"/>
          <a:sy n="47" d="100"/>
        </p:scale>
        <p:origin x="86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12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9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05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6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11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31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43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346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37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8496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537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73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319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29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45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F0E53-626B-3B44-A6C5-B7E89075D13E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0822C2-EEC6-E843-A565-6736C37928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99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09C53-8A75-A01C-93BA-80F40E799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199" y="4571999"/>
            <a:ext cx="7673801" cy="1087656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DC-STORE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E608C7-BFC8-4CC1-CAD4-9CAA67048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4795" y="5659655"/>
            <a:ext cx="7599205" cy="611896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400" dirty="0"/>
              <a:t>SIMONNOT Théo</a:t>
            </a:r>
          </a:p>
          <a:p>
            <a:pPr algn="l">
              <a:lnSpc>
                <a:spcPct val="90000"/>
              </a:lnSpc>
            </a:pPr>
            <a:r>
              <a:rPr lang="en-US" sz="1400" dirty="0"/>
              <a:t>GILLET Timeo</a:t>
            </a:r>
          </a:p>
        </p:txBody>
      </p:sp>
      <p:pic>
        <p:nvPicPr>
          <p:cNvPr id="5" name="Image 4" descr="Capture d'écran 2026-05-04 163832.png">
            <a:extLst>
              <a:ext uri="{FF2B5EF4-FFF2-40B4-BE49-F238E27FC236}">
                <a16:creationId xmlns:a16="http://schemas.microsoft.com/office/drawing/2014/main" id="{F0282FE2-9AFE-035D-1389-F04CC9BD7B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26" b="1150"/>
          <a:stretch>
            <a:fillRect/>
          </a:stretch>
        </p:blipFill>
        <p:spPr>
          <a:xfrm>
            <a:off x="1017103" y="455673"/>
            <a:ext cx="9856439" cy="430501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C6518E-F161-36A7-FD89-89EC7812DA5F}"/>
              </a:ext>
            </a:extLst>
          </p:cNvPr>
          <p:cNvSpPr txBox="1"/>
          <p:nvPr/>
        </p:nvSpPr>
        <p:spPr>
          <a:xfrm>
            <a:off x="11254740" y="6461549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S1 CIEL</a:t>
            </a:r>
          </a:p>
        </p:txBody>
      </p:sp>
    </p:spTree>
    <p:extLst>
      <p:ext uri="{BB962C8B-B14F-4D97-AF65-F5344CB8AC3E}">
        <p14:creationId xmlns:p14="http://schemas.microsoft.com/office/powerpoint/2010/main" val="404848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Maillot Domicile Authentique 25/26 Blanc homme – La boutique en ligne  officielle du Real Madrid CF">
            <a:extLst>
              <a:ext uri="{FF2B5EF4-FFF2-40B4-BE49-F238E27FC236}">
                <a16:creationId xmlns:a16="http://schemas.microsoft.com/office/drawing/2014/main" id="{932D619C-51B8-17B0-EDB0-794008D2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59"/>
          <a:stretch>
            <a:fillRect/>
          </a:stretch>
        </p:blipFill>
        <p:spPr>
          <a:xfrm>
            <a:off x="-10633" y="0"/>
            <a:ext cx="4551305" cy="3429000"/>
          </a:xfrm>
          <a:custGeom>
            <a:avLst/>
            <a:gdLst/>
            <a:ahLst/>
            <a:cxnLst/>
            <a:rect l="l" t="t" r="r" b="b"/>
            <a:pathLst>
              <a:path w="4551305" h="3429000">
                <a:moveTo>
                  <a:pt x="509916" y="0"/>
                </a:moveTo>
                <a:lnTo>
                  <a:pt x="4551305" y="0"/>
                </a:lnTo>
                <a:lnTo>
                  <a:pt x="4551305" y="1"/>
                </a:lnTo>
                <a:lnTo>
                  <a:pt x="3693885" y="1"/>
                </a:lnTo>
                <a:lnTo>
                  <a:pt x="3181696" y="3429000"/>
                </a:lnTo>
                <a:lnTo>
                  <a:pt x="0" y="3429000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F59C24A-44FC-BAAC-9371-51F06DC2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06" y="2833077"/>
            <a:ext cx="7386694" cy="1320800"/>
          </a:xfrm>
        </p:spPr>
        <p:txBody>
          <a:bodyPr>
            <a:noAutofit/>
          </a:bodyPr>
          <a:lstStyle/>
          <a:p>
            <a:r>
              <a:rPr lang="fr-FR" sz="4800" dirty="0"/>
              <a:t>Qu’est ce que notre site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E710A3-2458-6BCC-D75F-84650EBE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3743" y="3947197"/>
            <a:ext cx="3510306" cy="379412"/>
          </a:xfrm>
        </p:spPr>
        <p:txBody>
          <a:bodyPr>
            <a:noAutofit/>
          </a:bodyPr>
          <a:lstStyle/>
          <a:p>
            <a:r>
              <a:rPr lang="fr-FR" dirty="0"/>
              <a:t>Qu’est-ce que nous vendons ?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 descr="Maillot Authentique OM Domicile 25/26 en vente sur Made in Sport">
            <a:extLst>
              <a:ext uri="{FF2B5EF4-FFF2-40B4-BE49-F238E27FC236}">
                <a16:creationId xmlns:a16="http://schemas.microsoft.com/office/drawing/2014/main" id="{169C2E4F-7898-4949-40CB-7833BB47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2427"/>
          <a:stretch>
            <a:fillRect/>
          </a:stretch>
        </p:blipFill>
        <p:spPr>
          <a:xfrm>
            <a:off x="-10633" y="3428999"/>
            <a:ext cx="3514376" cy="3429001"/>
          </a:xfrm>
          <a:custGeom>
            <a:avLst/>
            <a:gdLst/>
            <a:ahLst/>
            <a:cxnLst/>
            <a:rect l="l" t="t" r="r" b="b"/>
            <a:pathLst>
              <a:path w="3514376" h="3429001">
                <a:moveTo>
                  <a:pt x="332680" y="0"/>
                </a:moveTo>
                <a:lnTo>
                  <a:pt x="3514376" y="0"/>
                </a:lnTo>
                <a:lnTo>
                  <a:pt x="3002186" y="3429001"/>
                </a:lnTo>
                <a:lnTo>
                  <a:pt x="0" y="3429001"/>
                </a:lnTo>
                <a:lnTo>
                  <a:pt x="0" y="223715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7988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91F524-D1A4-7033-F259-546B9919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Fonctionnalité du site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FA3FE7-DC7D-A166-624A-6957267D1797}"/>
              </a:ext>
            </a:extLst>
          </p:cNvPr>
          <p:cNvSpPr txBox="1"/>
          <p:nvPr/>
        </p:nvSpPr>
        <p:spPr>
          <a:xfrm>
            <a:off x="985969" y="5650029"/>
            <a:ext cx="8288032" cy="469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Ajout des maillots dans un panier  </a:t>
            </a:r>
          </a:p>
        </p:txBody>
      </p:sp>
      <p:pic>
        <p:nvPicPr>
          <p:cNvPr id="3" name="Image 2" descr="Capture d'écran 2026-05-04 163842.png">
            <a:extLst>
              <a:ext uri="{FF2B5EF4-FFF2-40B4-BE49-F238E27FC236}">
                <a16:creationId xmlns:a16="http://schemas.microsoft.com/office/drawing/2014/main" id="{33F1B5E4-AD29-58B3-4E6F-7155A694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78"/>
          <a:stretch>
            <a:fillRect/>
          </a:stretch>
        </p:blipFill>
        <p:spPr>
          <a:xfrm>
            <a:off x="836011" y="1291590"/>
            <a:ext cx="8312892" cy="361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4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02178C-76BE-132C-EDEC-4F2A02182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473227"/>
            <a:ext cx="8288032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Fonctionnalité du site </a:t>
            </a:r>
          </a:p>
        </p:txBody>
      </p:sp>
      <p:pic>
        <p:nvPicPr>
          <p:cNvPr id="4" name="Espace réservé du contenu 3" descr="Capture d'écran 2026-05-04 163853.png">
            <a:extLst>
              <a:ext uri="{FF2B5EF4-FFF2-40B4-BE49-F238E27FC236}">
                <a16:creationId xmlns:a16="http://schemas.microsoft.com/office/drawing/2014/main" id="{C3012502-7CDE-2D21-1BD3-0E2244A65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761" t="7848" r="31742" b="35198"/>
          <a:stretch>
            <a:fillRect/>
          </a:stretch>
        </p:blipFill>
        <p:spPr>
          <a:xfrm>
            <a:off x="121920" y="335661"/>
            <a:ext cx="4303776" cy="360602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8895E3F-6373-E12F-3C47-5603DE591D89}"/>
              </a:ext>
            </a:extLst>
          </p:cNvPr>
          <p:cNvSpPr txBox="1"/>
          <p:nvPr/>
        </p:nvSpPr>
        <p:spPr>
          <a:xfrm>
            <a:off x="985968" y="5844605"/>
            <a:ext cx="3267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Connexion/inscription</a:t>
            </a:r>
          </a:p>
        </p:txBody>
      </p:sp>
      <p:pic>
        <p:nvPicPr>
          <p:cNvPr id="6" name="Image 5" descr="Capture d'écran 2026-05-04 163907.png">
            <a:extLst>
              <a:ext uri="{FF2B5EF4-FFF2-40B4-BE49-F238E27FC236}">
                <a16:creationId xmlns:a16="http://schemas.microsoft.com/office/drawing/2014/main" id="{D3E0E960-7B2C-6744-7AB2-938B878167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84" t="7943" r="32569" b="35977"/>
          <a:stretch>
            <a:fillRect/>
          </a:stretch>
        </p:blipFill>
        <p:spPr>
          <a:xfrm>
            <a:off x="4765262" y="335660"/>
            <a:ext cx="4450404" cy="360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3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EA964C7-DABE-F2A7-2242-DF1A198899D4}"/>
              </a:ext>
            </a:extLst>
          </p:cNvPr>
          <p:cNvSpPr txBox="1">
            <a:spLocks/>
          </p:cNvSpPr>
          <p:nvPr/>
        </p:nvSpPr>
        <p:spPr>
          <a:xfrm>
            <a:off x="671361" y="2160589"/>
            <a:ext cx="293051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BDD</a:t>
            </a:r>
          </a:p>
        </p:txBody>
      </p:sp>
      <p:pic>
        <p:nvPicPr>
          <p:cNvPr id="5" name="Image 4" descr="Capture d'écran 2026-05-04 164123.png">
            <a:extLst>
              <a:ext uri="{FF2B5EF4-FFF2-40B4-BE49-F238E27FC236}">
                <a16:creationId xmlns:a16="http://schemas.microsoft.com/office/drawing/2014/main" id="{473B7961-7D06-53A5-8EBD-00B7746A3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56" y="-10020"/>
            <a:ext cx="6059946" cy="3439020"/>
          </a:xfrm>
          <a:prstGeom prst="rect">
            <a:avLst/>
          </a:prstGeom>
        </p:spPr>
      </p:pic>
      <p:pic>
        <p:nvPicPr>
          <p:cNvPr id="4" name="Espace réservé du contenu 3" descr="Capture d'écran 2026-05-04 164108.png">
            <a:extLst>
              <a:ext uri="{FF2B5EF4-FFF2-40B4-BE49-F238E27FC236}">
                <a16:creationId xmlns:a16="http://schemas.microsoft.com/office/drawing/2014/main" id="{F3846E1E-0C04-8E53-2694-71E0351A7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75156" y="3439021"/>
            <a:ext cx="5998207" cy="341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5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DF716-A535-A2B0-70C9-1FB1F7B2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874" y="2642571"/>
            <a:ext cx="3726346" cy="1320800"/>
          </a:xfrm>
        </p:spPr>
        <p:txBody>
          <a:bodyPr anchor="ctr">
            <a:normAutofit/>
          </a:bodyPr>
          <a:lstStyle/>
          <a:p>
            <a:r>
              <a:rPr lang="fr-FR" dirty="0"/>
              <a:t>ARBRORESCENCE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430695-1EEB-5D9C-9C63-63C15595C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3" y="150938"/>
            <a:ext cx="6881540" cy="3152033"/>
          </a:xfrm>
          <a:prstGeom prst="rect">
            <a:avLst/>
          </a:prstGeom>
        </p:spPr>
      </p:pic>
      <p:pic>
        <p:nvPicPr>
          <p:cNvPr id="10" name="Espace réservé du contenu 3">
            <a:extLst>
              <a:ext uri="{FF2B5EF4-FFF2-40B4-BE49-F238E27FC236}">
                <a16:creationId xmlns:a16="http://schemas.microsoft.com/office/drawing/2014/main" id="{DB077562-5DE4-53B6-0E34-3A4137C3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32" y="3429000"/>
            <a:ext cx="6881540" cy="318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65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F77DF-06E7-B265-D19E-C7EF9F4C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478" y="2664797"/>
            <a:ext cx="1562948" cy="672763"/>
          </a:xfrm>
        </p:spPr>
        <p:txBody>
          <a:bodyPr>
            <a:normAutofit/>
          </a:bodyPr>
          <a:lstStyle/>
          <a:p>
            <a:r>
              <a:rPr lang="fr-FR" dirty="0"/>
              <a:t>Codes</a:t>
            </a:r>
          </a:p>
        </p:txBody>
      </p:sp>
      <p:sp>
        <p:nvSpPr>
          <p:cNvPr id="15" name="Isosceles Triangle 8">
            <a:extLst>
              <a:ext uri="{FF2B5EF4-FFF2-40B4-BE49-F238E27FC236}">
                <a16:creationId xmlns:a16="http://schemas.microsoft.com/office/drawing/2014/main" id="{F19F8C88-9B7E-4596-8D09-DF90F41CA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4ADA12D-815A-8671-BC57-16627E876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558" y="257359"/>
            <a:ext cx="5705723" cy="166116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ECE4698-A141-59F0-3FD7-B41BC8BD5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558" y="2550386"/>
            <a:ext cx="6599343" cy="136017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9D0DFB2-A582-B2B7-C32A-AADB30A31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558" y="4799782"/>
            <a:ext cx="6093352" cy="9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673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43D2AAF001D1428A8AC925FAE7CEDB" ma:contentTypeVersion="3" ma:contentTypeDescription="Crée un document." ma:contentTypeScope="" ma:versionID="0d340e4504bcfd3218504c8ad5bfded1">
  <xsd:schema xmlns:xsd="http://www.w3.org/2001/XMLSchema" xmlns:xs="http://www.w3.org/2001/XMLSchema" xmlns:p="http://schemas.microsoft.com/office/2006/metadata/properties" xmlns:ns3="f2036ab4-cb6d-4160-b057-eef85d8a80bd" targetNamespace="http://schemas.microsoft.com/office/2006/metadata/properties" ma:root="true" ma:fieldsID="1a84f8dbd58c065166d46bcedb9a31e2" ns3:_="">
    <xsd:import namespace="f2036ab4-cb6d-4160-b057-eef85d8a80b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36ab4-cb6d-4160-b057-eef85d8a8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4E562B-9132-4052-B7BD-C0FF085730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120793-C966-418A-8509-9B25D153A8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036ab4-cb6d-4160-b057-eef85d8a80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0E32C3-A988-4D69-8159-D5828E8EAF62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f2036ab4-cb6d-4160-b057-eef85d8a80bd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36</Words>
  <Application>Microsoft Office PowerPoint</Application>
  <PresentationFormat>Grand écran</PresentationFormat>
  <Paragraphs>13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Facette</vt:lpstr>
      <vt:lpstr>DC-STORE</vt:lpstr>
      <vt:lpstr>Qu’est ce que notre site ?</vt:lpstr>
      <vt:lpstr>Fonctionnalité du site </vt:lpstr>
      <vt:lpstr>Fonctionnalité du site </vt:lpstr>
      <vt:lpstr>Présentation PowerPoint</vt:lpstr>
      <vt:lpstr>ARBRORESCENCE</vt:lpstr>
      <vt:lpstr>Codes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SIMONNOT Theo</dc:creator>
  <cp:lastModifiedBy>GILLET Timéo</cp:lastModifiedBy>
  <cp:revision>11</cp:revision>
  <dcterms:created xsi:type="dcterms:W3CDTF">2026-05-04T06:55:33Z</dcterms:created>
  <dcterms:modified xsi:type="dcterms:W3CDTF">2026-05-05T20:25:00Z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0x0101000843D2AAF001D1428A8AC925FAE7CEDB</vt:lpwstr>
  </property>
</Properties>
</file>